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76" y="7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8204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8067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635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22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032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92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2476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58592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196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1051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2177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58F522A-F9A1-46DA-BC32-7F2186898AB4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D4B9A8C-E39A-4E6E-9A22-4489033C94B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14742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A5FAF-23BD-24F6-098B-B537FD83396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Foxtrot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799DD5-6B7C-3F41-FEDF-A63EDA96B4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Wil – Simon – rowan – Yusairah – Sebastian – meheraj – Zachary – loy </a:t>
            </a:r>
          </a:p>
        </p:txBody>
      </p:sp>
    </p:spTree>
    <p:extLst>
      <p:ext uri="{BB962C8B-B14F-4D97-AF65-F5344CB8AC3E}">
        <p14:creationId xmlns:p14="http://schemas.microsoft.com/office/powerpoint/2010/main" val="4045529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6623B-4688-9AE1-1F70-2AA4A58691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Kanban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E1895E-0A5A-6E3D-BE5C-02B1A1A0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4183" y="1903751"/>
            <a:ext cx="9788578" cy="4823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17145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7D87-1474-07C2-F7CF-A31C0719D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Movement 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3496D420-EA85-8B10-94AB-93C656818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33724" y="1846263"/>
            <a:ext cx="3784877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5927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D87F8-BCD9-7B1C-3E4F-D527B8ACBE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Background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8E4AF11-AB14-B8A7-8AF7-DCF3C65870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66833" y="1846263"/>
            <a:ext cx="5118659" cy="4022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1488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ECFB57-28FE-2B66-F829-E782A72A2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 Setup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2ED752-28CB-9CC8-F307-9239BBF7A6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9134" y="1610798"/>
            <a:ext cx="9913495" cy="5149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19650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TM02900769[[fn=Retrospect]]</Template>
  <TotalTime>40</TotalTime>
  <Words>22</Words>
  <Application>Microsoft Office PowerPoint</Application>
  <PresentationFormat>Widescreen</PresentationFormat>
  <Paragraphs>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Calibri Light</vt:lpstr>
      <vt:lpstr>Retrospect</vt:lpstr>
      <vt:lpstr>Foxtrot </vt:lpstr>
      <vt:lpstr>Kanban</vt:lpstr>
      <vt:lpstr>Basic Movement </vt:lpstr>
      <vt:lpstr>Background</vt:lpstr>
      <vt:lpstr>GitHub Setup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Yusairah Haque</dc:creator>
  <cp:lastModifiedBy>Yusairah Haque</cp:lastModifiedBy>
  <cp:revision>1</cp:revision>
  <dcterms:created xsi:type="dcterms:W3CDTF">2026-02-09T19:20:32Z</dcterms:created>
  <dcterms:modified xsi:type="dcterms:W3CDTF">2026-02-09T20:00:54Z</dcterms:modified>
</cp:coreProperties>
</file>