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67"/>
  </p:normalViewPr>
  <p:slideViewPr>
    <p:cSldViewPr snapToGrid="0">
      <p:cViewPr varScale="1">
        <p:scale>
          <a:sx n="110" d="100"/>
          <a:sy n="110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8204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067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6357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22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30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39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76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59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19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051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177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58F522A-F9A1-46DA-BC32-7F2186898AB4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D4B9A8C-E39A-4E6E-9A22-4489033C94B9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47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orgs/StationFallTeam/projects/1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A5FAF-23BD-24F6-098B-B537FD8339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Foxtrot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799DD5-6B7C-3F41-FEDF-A63EDA96B4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Wil – Simon – rowan – Yusairah – Sebastian – meheraj – Zachary – loy </a:t>
            </a:r>
          </a:p>
        </p:txBody>
      </p:sp>
    </p:spTree>
    <p:extLst>
      <p:ext uri="{BB962C8B-B14F-4D97-AF65-F5344CB8AC3E}">
        <p14:creationId xmlns:p14="http://schemas.microsoft.com/office/powerpoint/2010/main" val="404552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6623B-4688-9AE1-1F70-2AA4A5869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Kanban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E1895E-0A5A-6E3D-BE5C-02B1A1A00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183" y="1903751"/>
            <a:ext cx="9788578" cy="482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714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A7D87-1474-07C2-F7CF-A31C0719D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Movement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496D420-EA85-8B10-94AB-93C6568182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33724" y="1846263"/>
            <a:ext cx="3784877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92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D87F8-BCD9-7B1C-3E4F-D527B8ACB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E4AF11-AB14-B8A7-8AF7-DCF3C65870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66833" y="1846263"/>
            <a:ext cx="5118659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148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CFB57-28FE-2B66-F829-E782A72A2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Setup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2ED752-28CB-9CC8-F307-9239BBF7A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134" y="1610798"/>
            <a:ext cx="9913495" cy="514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19650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40</TotalTime>
  <Words>22</Words>
  <Application>Microsoft Macintosh PowerPoint</Application>
  <PresentationFormat>Widescreen</PresentationFormat>
  <Paragraphs>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Calibri</vt:lpstr>
      <vt:lpstr>Calibri Light</vt:lpstr>
      <vt:lpstr>Retrospect</vt:lpstr>
      <vt:lpstr>Foxtrot </vt:lpstr>
      <vt:lpstr>Kanban</vt:lpstr>
      <vt:lpstr>Basic Movement </vt:lpstr>
      <vt:lpstr>Background</vt:lpstr>
      <vt:lpstr>GitHub 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Yusairah Haque</dc:creator>
  <cp:lastModifiedBy>Khatri, Meheraj</cp:lastModifiedBy>
  <cp:revision>2</cp:revision>
  <dcterms:created xsi:type="dcterms:W3CDTF">2026-02-09T19:20:32Z</dcterms:created>
  <dcterms:modified xsi:type="dcterms:W3CDTF">2026-02-10T00:13:39Z</dcterms:modified>
</cp:coreProperties>
</file>